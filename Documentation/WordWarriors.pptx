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7" r:id="rId1"/>
  </p:sldMasterIdLst>
  <p:sldIdLst>
    <p:sldId id="256" r:id="rId2"/>
    <p:sldId id="257" r:id="rId3"/>
    <p:sldId id="258" r:id="rId4"/>
    <p:sldId id="262" r:id="rId5"/>
    <p:sldId id="261" r:id="rId6"/>
    <p:sldId id="260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D4DC9E1-2FE5-42E2-AE63-1B92B51DFBDE}" v="1" dt="2025-12-08T18:42:50.6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86" autoAdjust="0"/>
    <p:restoredTop sz="94660"/>
  </p:normalViewPr>
  <p:slideViewPr>
    <p:cSldViewPr snapToGrid="0">
      <p:cViewPr varScale="1">
        <p:scale>
          <a:sx n="70" d="100"/>
          <a:sy n="70" d="100"/>
        </p:scale>
        <p:origin x="42" y="3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hail Mavrodiev" userId="acb89baa39bd5b42" providerId="LiveId" clId="{50005337-12D6-4E2F-8B2C-4D50FB162668}"/>
    <pc:docChg chg="custSel modSld">
      <pc:chgData name="Mihail Mavrodiev" userId="acb89baa39bd5b42" providerId="LiveId" clId="{50005337-12D6-4E2F-8B2C-4D50FB162668}" dt="2025-12-08T18:42:55" v="2" actId="26606"/>
      <pc:docMkLst>
        <pc:docMk/>
      </pc:docMkLst>
      <pc:sldChg chg="addSp modSp mod setBg setClrOvrMap">
        <pc:chgData name="Mihail Mavrodiev" userId="acb89baa39bd5b42" providerId="LiveId" clId="{50005337-12D6-4E2F-8B2C-4D50FB162668}" dt="2025-12-08T18:42:55" v="2" actId="26606"/>
        <pc:sldMkLst>
          <pc:docMk/>
          <pc:sldMk cId="2458414482" sldId="261"/>
        </pc:sldMkLst>
        <pc:spChg chg="mod">
          <ac:chgData name="Mihail Mavrodiev" userId="acb89baa39bd5b42" providerId="LiveId" clId="{50005337-12D6-4E2F-8B2C-4D50FB162668}" dt="2025-12-08T18:42:55" v="2" actId="26606"/>
          <ac:spMkLst>
            <pc:docMk/>
            <pc:sldMk cId="2458414482" sldId="261"/>
            <ac:spMk id="5" creationId="{B062CD66-2E27-600A-5171-EE5217EB8322}"/>
          </ac:spMkLst>
        </pc:spChg>
        <pc:spChg chg="mod ord">
          <ac:chgData name="Mihail Mavrodiev" userId="acb89baa39bd5b42" providerId="LiveId" clId="{50005337-12D6-4E2F-8B2C-4D50FB162668}" dt="2025-12-08T18:42:55" v="2" actId="26606"/>
          <ac:spMkLst>
            <pc:docMk/>
            <pc:sldMk cId="2458414482" sldId="261"/>
            <ac:spMk id="7" creationId="{91CD35FF-8DF5-8BC0-1B77-84306FFB54E7}"/>
          </ac:spMkLst>
        </pc:spChg>
        <pc:spChg chg="add">
          <ac:chgData name="Mihail Mavrodiev" userId="acb89baa39bd5b42" providerId="LiveId" clId="{50005337-12D6-4E2F-8B2C-4D50FB162668}" dt="2025-12-08T18:42:55" v="2" actId="26606"/>
          <ac:spMkLst>
            <pc:docMk/>
            <pc:sldMk cId="2458414482" sldId="261"/>
            <ac:spMk id="24" creationId="{59647F54-801D-44AB-8284-EDDFF7763139}"/>
          </ac:spMkLst>
        </pc:spChg>
        <pc:spChg chg="add">
          <ac:chgData name="Mihail Mavrodiev" userId="acb89baa39bd5b42" providerId="LiveId" clId="{50005337-12D6-4E2F-8B2C-4D50FB162668}" dt="2025-12-08T18:42:55" v="2" actId="26606"/>
          <ac:spMkLst>
            <pc:docMk/>
            <pc:sldMk cId="2458414482" sldId="261"/>
            <ac:spMk id="26" creationId="{89EA2611-DCBA-4E97-A2B2-9A466E76BDA4}"/>
          </ac:spMkLst>
        </pc:spChg>
        <pc:spChg chg="add">
          <ac:chgData name="Mihail Mavrodiev" userId="acb89baa39bd5b42" providerId="LiveId" clId="{50005337-12D6-4E2F-8B2C-4D50FB162668}" dt="2025-12-08T18:42:55" v="2" actId="26606"/>
          <ac:spMkLst>
            <pc:docMk/>
            <pc:sldMk cId="2458414482" sldId="261"/>
            <ac:spMk id="28" creationId="{BBC615D1-6E12-40EF-915B-316CFDB550D5}"/>
          </ac:spMkLst>
        </pc:spChg>
        <pc:spChg chg="add">
          <ac:chgData name="Mihail Mavrodiev" userId="acb89baa39bd5b42" providerId="LiveId" clId="{50005337-12D6-4E2F-8B2C-4D50FB162668}" dt="2025-12-08T18:42:55" v="2" actId="26606"/>
          <ac:spMkLst>
            <pc:docMk/>
            <pc:sldMk cId="2458414482" sldId="261"/>
            <ac:spMk id="30" creationId="{B9797D36-DE1E-47CD-881A-6C1F5828261B}"/>
          </ac:spMkLst>
        </pc:spChg>
        <pc:spChg chg="add">
          <ac:chgData name="Mihail Mavrodiev" userId="acb89baa39bd5b42" providerId="LiveId" clId="{50005337-12D6-4E2F-8B2C-4D50FB162668}" dt="2025-12-08T18:42:55" v="2" actId="26606"/>
          <ac:spMkLst>
            <pc:docMk/>
            <pc:sldMk cId="2458414482" sldId="261"/>
            <ac:spMk id="32" creationId="{4A2FAF1F-F462-46AF-A9E6-CC93C4E2C359}"/>
          </ac:spMkLst>
        </pc:spChg>
        <pc:spChg chg="add">
          <ac:chgData name="Mihail Mavrodiev" userId="acb89baa39bd5b42" providerId="LiveId" clId="{50005337-12D6-4E2F-8B2C-4D50FB162668}" dt="2025-12-08T18:42:55" v="2" actId="26606"/>
          <ac:spMkLst>
            <pc:docMk/>
            <pc:sldMk cId="2458414482" sldId="261"/>
            <ac:spMk id="34" creationId="{7146BED8-BAE9-42C5-A3DD-7B946445DB8C}"/>
          </ac:spMkLst>
        </pc:spChg>
        <pc:spChg chg="add">
          <ac:chgData name="Mihail Mavrodiev" userId="acb89baa39bd5b42" providerId="LiveId" clId="{50005337-12D6-4E2F-8B2C-4D50FB162668}" dt="2025-12-08T18:42:55" v="2" actId="26606"/>
          <ac:spMkLst>
            <pc:docMk/>
            <pc:sldMk cId="2458414482" sldId="261"/>
            <ac:spMk id="36" creationId="{15765FE8-B62F-41E4-A73C-74C91A8FD945}"/>
          </ac:spMkLst>
        </pc:spChg>
        <pc:picChg chg="add mod">
          <ac:chgData name="Mihail Mavrodiev" userId="acb89baa39bd5b42" providerId="LiveId" clId="{50005337-12D6-4E2F-8B2C-4D50FB162668}" dt="2025-12-08T18:42:55" v="2" actId="26606"/>
          <ac:picMkLst>
            <pc:docMk/>
            <pc:sldMk cId="2458414482" sldId="261"/>
            <ac:picMk id="8" creationId="{7826424B-60AB-E933-E704-B1382A1D0F79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Заглавен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bg-BG"/>
              <a:t>Щракнете, за да редактирате стила на подзаглавието в образеца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A100E059-A40B-4181-A95F-F795812EAEFF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CEB09BC3-BCDA-41AC-9749-77F660D60C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89684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лавие и съдържа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0E059-A40B-4181-A95F-F795812EAEFF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09BC3-BCDA-41AC-9749-77F660D60C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926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лавка разд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0E059-A40B-4181-A95F-F795812EAEFF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09BC3-BCDA-41AC-9749-77F660D60C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2970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е съдържани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0E059-A40B-4181-A95F-F795812EAEFF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09BC3-BCDA-41AC-9749-77F660D60C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09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0E059-A40B-4181-A95F-F795812EAEFF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09BC3-BCDA-41AC-9749-77F660D60C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6599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Само заглав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0E059-A40B-4181-A95F-F795812EAEFF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09BC3-BCDA-41AC-9749-77F660D60C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344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разе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0E059-A40B-4181-A95F-F795812EAEFF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09BC3-BCDA-41AC-9749-77F660D60C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0862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Съдържание с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0E059-A40B-4181-A95F-F795812EAEFF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09BC3-BCDA-41AC-9749-77F660D60C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6955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Картина с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bg-BG"/>
              <a:t>Щракнете върху иконата, за да добавите картина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0E059-A40B-4181-A95F-F795812EAEFF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09BC3-BCDA-41AC-9749-77F660D60C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6656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 картина с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bg-BG"/>
              <a:t>Щракнете върху иконата, за да добавите картина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0E059-A40B-4181-A95F-F795812EAEFF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09BC3-BCDA-41AC-9749-77F660D60C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6219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Заглавие и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0E059-A40B-4181-A95F-F795812EAEFF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09BC3-BCDA-41AC-9749-77F660D60C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80558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Цитат с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0E059-A40B-4181-A95F-F795812EAEFF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09BC3-BCDA-41AC-9749-77F660D60C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27557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Картичка с им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0E059-A40B-4181-A95F-F795812EAEFF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09BC3-BCDA-41AC-9749-77F660D60C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3334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коло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0E059-A40B-4181-A95F-F795812EAEFF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09BC3-BCDA-41AC-9749-77F660D60C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19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колони с карти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bg-BG"/>
              <a:t>Щракнете върху иконата, за да добавите картина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bg-BG"/>
              <a:t>Щракнете върху иконата, за да добавите картина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bg-BG"/>
              <a:t>Щракнете върху иконата, за да добавите картина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0E059-A40B-4181-A95F-F795812EAEFF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09BC3-BCDA-41AC-9749-77F660D60C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3106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лавие и вертикален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A100E059-A40B-4181-A95F-F795812EAEFF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09BC3-BCDA-41AC-9749-77F660D60C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8233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но заглавие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A100E059-A40B-4181-A95F-F795812EAEFF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09BC3-BCDA-41AC-9749-77F660D60C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8593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A100E059-A40B-4181-A95F-F795812EAEFF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CEB09BC3-BCDA-41AC-9749-77F660D60C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6657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39" r:id="rId2"/>
    <p:sldLayoutId id="2147483740" r:id="rId3"/>
    <p:sldLayoutId id="2147483741" r:id="rId4"/>
    <p:sldLayoutId id="2147483742" r:id="rId5"/>
    <p:sldLayoutId id="2147483743" r:id="rId6"/>
    <p:sldLayoutId id="2147483744" r:id="rId7"/>
    <p:sldLayoutId id="2147483745" r:id="rId8"/>
    <p:sldLayoutId id="2147483746" r:id="rId9"/>
    <p:sldLayoutId id="2147483747" r:id="rId10"/>
    <p:sldLayoutId id="2147483748" r:id="rId11"/>
    <p:sldLayoutId id="2147483749" r:id="rId12"/>
    <p:sldLayoutId id="2147483750" r:id="rId13"/>
    <p:sldLayoutId id="2147483751" r:id="rId14"/>
    <p:sldLayoutId id="2147483752" r:id="rId15"/>
    <p:sldLayoutId id="2147483753" r:id="rId16"/>
    <p:sldLayoutId id="2147483754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Картина 3">
            <a:extLst>
              <a:ext uri="{FF2B5EF4-FFF2-40B4-BE49-F238E27FC236}">
                <a16:creationId xmlns:a16="http://schemas.microsoft.com/office/drawing/2014/main" id="{0EB5F580-8819-AA09-40FD-724005D490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1088" y="126609"/>
            <a:ext cx="6858000" cy="6481891"/>
          </a:xfrm>
          <a:prstGeom prst="rect">
            <a:avLst/>
          </a:prstGeom>
        </p:spPr>
      </p:pic>
      <p:sp>
        <p:nvSpPr>
          <p:cNvPr id="8" name="Текстово поле 7">
            <a:extLst>
              <a:ext uri="{FF2B5EF4-FFF2-40B4-BE49-F238E27FC236}">
                <a16:creationId xmlns:a16="http://schemas.microsoft.com/office/drawing/2014/main" id="{B66B0C48-EA3D-A826-2399-EF62913CED50}"/>
              </a:ext>
            </a:extLst>
          </p:cNvPr>
          <p:cNvSpPr txBox="1"/>
          <p:nvPr/>
        </p:nvSpPr>
        <p:spPr>
          <a:xfrm>
            <a:off x="4323699" y="515202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Project</a:t>
            </a:r>
          </a:p>
        </p:txBody>
      </p:sp>
    </p:spTree>
    <p:extLst>
      <p:ext uri="{BB962C8B-B14F-4D97-AF65-F5344CB8AC3E}">
        <p14:creationId xmlns:p14="http://schemas.microsoft.com/office/powerpoint/2010/main" val="4613748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ово поле 2">
            <a:extLst>
              <a:ext uri="{FF2B5EF4-FFF2-40B4-BE49-F238E27FC236}">
                <a16:creationId xmlns:a16="http://schemas.microsoft.com/office/drawing/2014/main" id="{A1AE119B-736E-06A6-D47F-28AE9C4656CE}"/>
              </a:ext>
            </a:extLst>
          </p:cNvPr>
          <p:cNvSpPr txBox="1"/>
          <p:nvPr/>
        </p:nvSpPr>
        <p:spPr>
          <a:xfrm>
            <a:off x="657493" y="435755"/>
            <a:ext cx="25452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1.People in the team</a:t>
            </a:r>
          </a:p>
        </p:txBody>
      </p:sp>
      <p:sp>
        <p:nvSpPr>
          <p:cNvPr id="5" name="Текстово поле 4">
            <a:extLst>
              <a:ext uri="{FF2B5EF4-FFF2-40B4-BE49-F238E27FC236}">
                <a16:creationId xmlns:a16="http://schemas.microsoft.com/office/drawing/2014/main" id="{FEEC96AA-6DDF-CC06-69F3-FCED6A6E1297}"/>
              </a:ext>
            </a:extLst>
          </p:cNvPr>
          <p:cNvSpPr txBox="1"/>
          <p:nvPr/>
        </p:nvSpPr>
        <p:spPr>
          <a:xfrm>
            <a:off x="1410071" y="3269555"/>
            <a:ext cx="25056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bg-BG" dirty="0"/>
              <a:t>Михаил Мавродиев </a:t>
            </a:r>
            <a:endParaRPr lang="en-US" dirty="0"/>
          </a:p>
        </p:txBody>
      </p:sp>
      <p:sp>
        <p:nvSpPr>
          <p:cNvPr id="7" name="Текстово поле 6">
            <a:extLst>
              <a:ext uri="{FF2B5EF4-FFF2-40B4-BE49-F238E27FC236}">
                <a16:creationId xmlns:a16="http://schemas.microsoft.com/office/drawing/2014/main" id="{0306620F-1DF2-5787-20C4-EBC6C23C313A}"/>
              </a:ext>
            </a:extLst>
          </p:cNvPr>
          <p:cNvSpPr txBox="1"/>
          <p:nvPr/>
        </p:nvSpPr>
        <p:spPr>
          <a:xfrm>
            <a:off x="6524577" y="3269555"/>
            <a:ext cx="24833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bg-BG" dirty="0"/>
              <a:t>Йоан Георгиев</a:t>
            </a:r>
            <a:endParaRPr lang="en-US" dirty="0"/>
          </a:p>
        </p:txBody>
      </p:sp>
      <p:sp>
        <p:nvSpPr>
          <p:cNvPr id="9" name="Текстово поле 8">
            <a:extLst>
              <a:ext uri="{FF2B5EF4-FFF2-40B4-BE49-F238E27FC236}">
                <a16:creationId xmlns:a16="http://schemas.microsoft.com/office/drawing/2014/main" id="{A485B112-6C7B-5CEA-EBBE-ECFBAEBD3066}"/>
              </a:ext>
            </a:extLst>
          </p:cNvPr>
          <p:cNvSpPr txBox="1"/>
          <p:nvPr/>
        </p:nvSpPr>
        <p:spPr>
          <a:xfrm>
            <a:off x="1596855" y="5683581"/>
            <a:ext cx="17964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bg-BG" dirty="0" err="1"/>
              <a:t>Атрем</a:t>
            </a:r>
            <a:r>
              <a:rPr lang="bg-BG" dirty="0"/>
              <a:t> Бок</a:t>
            </a:r>
            <a:endParaRPr lang="en-US" dirty="0"/>
          </a:p>
        </p:txBody>
      </p:sp>
      <p:sp>
        <p:nvSpPr>
          <p:cNvPr id="11" name="Текстово поле 10">
            <a:extLst>
              <a:ext uri="{FF2B5EF4-FFF2-40B4-BE49-F238E27FC236}">
                <a16:creationId xmlns:a16="http://schemas.microsoft.com/office/drawing/2014/main" id="{8FF41362-AF08-3F5F-468C-7DF314077BFF}"/>
              </a:ext>
            </a:extLst>
          </p:cNvPr>
          <p:cNvSpPr txBox="1"/>
          <p:nvPr/>
        </p:nvSpPr>
        <p:spPr>
          <a:xfrm>
            <a:off x="6642779" y="5683580"/>
            <a:ext cx="22469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bg-BG" dirty="0"/>
              <a:t>Йордан Райнов</a:t>
            </a:r>
            <a:endParaRPr lang="en-US" dirty="0"/>
          </a:p>
        </p:txBody>
      </p:sp>
      <p:pic>
        <p:nvPicPr>
          <p:cNvPr id="12" name="Картина 11">
            <a:extLst>
              <a:ext uri="{FF2B5EF4-FFF2-40B4-BE49-F238E27FC236}">
                <a16:creationId xmlns:a16="http://schemas.microsoft.com/office/drawing/2014/main" id="{E4AF1CEC-8984-2D68-5686-378E226968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6127" y="1040195"/>
            <a:ext cx="1644200" cy="2022831"/>
          </a:xfrm>
          <a:prstGeom prst="rect">
            <a:avLst/>
          </a:prstGeom>
        </p:spPr>
      </p:pic>
      <p:pic>
        <p:nvPicPr>
          <p:cNvPr id="13" name="Картина 12">
            <a:extLst>
              <a:ext uri="{FF2B5EF4-FFF2-40B4-BE49-F238E27FC236}">
                <a16:creationId xmlns:a16="http://schemas.microsoft.com/office/drawing/2014/main" id="{18BF2980-F769-A580-4776-FDC0A362FA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6710" y="1040194"/>
            <a:ext cx="1980086" cy="2022832"/>
          </a:xfrm>
          <a:prstGeom prst="rect">
            <a:avLst/>
          </a:prstGeom>
        </p:spPr>
      </p:pic>
      <p:pic>
        <p:nvPicPr>
          <p:cNvPr id="14" name="Картина 13">
            <a:extLst>
              <a:ext uri="{FF2B5EF4-FFF2-40B4-BE49-F238E27FC236}">
                <a16:creationId xmlns:a16="http://schemas.microsoft.com/office/drawing/2014/main" id="{F7757247-DB34-82A4-B3FE-1FEFD06B48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8600" y="3682167"/>
            <a:ext cx="1752972" cy="1816748"/>
          </a:xfrm>
          <a:prstGeom prst="rect">
            <a:avLst/>
          </a:prstGeom>
        </p:spPr>
      </p:pic>
      <p:pic>
        <p:nvPicPr>
          <p:cNvPr id="15" name="Картина 14">
            <a:extLst>
              <a:ext uri="{FF2B5EF4-FFF2-40B4-BE49-F238E27FC236}">
                <a16:creationId xmlns:a16="http://schemas.microsoft.com/office/drawing/2014/main" id="{6232DFE7-F41E-9152-8519-452FF8AF45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2779" y="3666349"/>
            <a:ext cx="1867832" cy="200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53913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EC030789-C525-4D1D-90A0-F48C14A76E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1BD0F81-508F-4C6D-9938-C58CC2138A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49081238-0806-4285-968F-ACFC0C0FB9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80CAB4C1-E9FF-4C37-92FA-28BED3B888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BD7060D-8DA2-4400-86F1-6A988F0E8A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>
              <a:duotone>
                <a:schemeClr val="dk2">
                  <a:shade val="69000"/>
                  <a:hueMod val="91000"/>
                  <a:satMod val="164000"/>
                  <a:lumMod val="74000"/>
                </a:schemeClr>
                <a:schemeClr val="dk2">
                  <a:hueMod val="124000"/>
                  <a:satMod val="140000"/>
                  <a:lumMod val="142000"/>
                </a:schemeClr>
              </a:duotone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6E6678A-6101-4D77-8A14-5F70FBDB66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Картина 3">
            <a:extLst>
              <a:ext uri="{FF2B5EF4-FFF2-40B4-BE49-F238E27FC236}">
                <a16:creationId xmlns:a16="http://schemas.microsoft.com/office/drawing/2014/main" id="{926FC444-3DC9-7DA4-EA9C-3A371E605E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8948" y="316725"/>
            <a:ext cx="1916756" cy="1834369"/>
          </a:xfrm>
          <a:prstGeom prst="roundRect">
            <a:avLst>
              <a:gd name="adj" fmla="val 1858"/>
            </a:avLst>
          </a:prstGeom>
          <a:effectLst/>
        </p:spPr>
      </p:pic>
      <p:pic>
        <p:nvPicPr>
          <p:cNvPr id="6" name="Картина 5">
            <a:extLst>
              <a:ext uri="{FF2B5EF4-FFF2-40B4-BE49-F238E27FC236}">
                <a16:creationId xmlns:a16="http://schemas.microsoft.com/office/drawing/2014/main" id="{F3F2D516-6846-A482-6CE6-953DB0E245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1002" y="977526"/>
            <a:ext cx="2058573" cy="1341857"/>
          </a:xfrm>
          <a:prstGeom prst="roundRect">
            <a:avLst>
              <a:gd name="adj" fmla="val 1858"/>
            </a:avLst>
          </a:prstGeom>
          <a:effectLst/>
        </p:spPr>
      </p:pic>
      <p:pic>
        <p:nvPicPr>
          <p:cNvPr id="5" name="Картина 4">
            <a:extLst>
              <a:ext uri="{FF2B5EF4-FFF2-40B4-BE49-F238E27FC236}">
                <a16:creationId xmlns:a16="http://schemas.microsoft.com/office/drawing/2014/main" id="{B2F96456-4E09-15A0-EDF1-FB80C48FE6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310" y="402025"/>
            <a:ext cx="2836319" cy="1579594"/>
          </a:xfrm>
          <a:prstGeom prst="roundRect">
            <a:avLst>
              <a:gd name="adj" fmla="val 1858"/>
            </a:avLst>
          </a:prstGeom>
          <a:effectLst/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AFA4E1D0-9351-4451-B0A0-51BEA42D86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0D052C5D-4E47-47F1-96A6-5251FAAED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" y="4133850"/>
            <a:ext cx="11277600" cy="2250018"/>
          </a:xfrm>
          <a:custGeom>
            <a:avLst/>
            <a:gdLst>
              <a:gd name="connsiteX0" fmla="*/ 5264150 w 11277600"/>
              <a:gd name="connsiteY0" fmla="*/ 0 h 2250018"/>
              <a:gd name="connsiteX1" fmla="*/ 5499100 w 11277600"/>
              <a:gd name="connsiteY1" fmla="*/ 1588 h 2250018"/>
              <a:gd name="connsiteX2" fmla="*/ 5730875 w 11277600"/>
              <a:gd name="connsiteY2" fmla="*/ 1588 h 2250018"/>
              <a:gd name="connsiteX3" fmla="*/ 5961063 w 11277600"/>
              <a:gd name="connsiteY3" fmla="*/ 4763 h 2250018"/>
              <a:gd name="connsiteX4" fmla="*/ 6186488 w 11277600"/>
              <a:gd name="connsiteY4" fmla="*/ 9525 h 2250018"/>
              <a:gd name="connsiteX5" fmla="*/ 6410325 w 11277600"/>
              <a:gd name="connsiteY5" fmla="*/ 14288 h 2250018"/>
              <a:gd name="connsiteX6" fmla="*/ 6629400 w 11277600"/>
              <a:gd name="connsiteY6" fmla="*/ 19050 h 2250018"/>
              <a:gd name="connsiteX7" fmla="*/ 6846888 w 11277600"/>
              <a:gd name="connsiteY7" fmla="*/ 26988 h 2250018"/>
              <a:gd name="connsiteX8" fmla="*/ 7061200 w 11277600"/>
              <a:gd name="connsiteY8" fmla="*/ 34925 h 2250018"/>
              <a:gd name="connsiteX9" fmla="*/ 7270750 w 11277600"/>
              <a:gd name="connsiteY9" fmla="*/ 42863 h 2250018"/>
              <a:gd name="connsiteX10" fmla="*/ 7680325 w 11277600"/>
              <a:gd name="connsiteY10" fmla="*/ 63500 h 2250018"/>
              <a:gd name="connsiteX11" fmla="*/ 8072438 w 11277600"/>
              <a:gd name="connsiteY11" fmla="*/ 85725 h 2250018"/>
              <a:gd name="connsiteX12" fmla="*/ 8448675 w 11277600"/>
              <a:gd name="connsiteY12" fmla="*/ 109538 h 2250018"/>
              <a:gd name="connsiteX13" fmla="*/ 8805862 w 11277600"/>
              <a:gd name="connsiteY13" fmla="*/ 134938 h 2250018"/>
              <a:gd name="connsiteX14" fmla="*/ 9145588 w 11277600"/>
              <a:gd name="connsiteY14" fmla="*/ 161925 h 2250018"/>
              <a:gd name="connsiteX15" fmla="*/ 9461500 w 11277600"/>
              <a:gd name="connsiteY15" fmla="*/ 190500 h 2250018"/>
              <a:gd name="connsiteX16" fmla="*/ 9758362 w 11277600"/>
              <a:gd name="connsiteY16" fmla="*/ 219075 h 2250018"/>
              <a:gd name="connsiteX17" fmla="*/ 10031412 w 11277600"/>
              <a:gd name="connsiteY17" fmla="*/ 247650 h 2250018"/>
              <a:gd name="connsiteX18" fmla="*/ 10282238 w 11277600"/>
              <a:gd name="connsiteY18" fmla="*/ 274638 h 2250018"/>
              <a:gd name="connsiteX19" fmla="*/ 10504488 w 11277600"/>
              <a:gd name="connsiteY19" fmla="*/ 300038 h 2250018"/>
              <a:gd name="connsiteX20" fmla="*/ 10704512 w 11277600"/>
              <a:gd name="connsiteY20" fmla="*/ 323850 h 2250018"/>
              <a:gd name="connsiteX21" fmla="*/ 10874375 w 11277600"/>
              <a:gd name="connsiteY21" fmla="*/ 344488 h 2250018"/>
              <a:gd name="connsiteX22" fmla="*/ 11015662 w 11277600"/>
              <a:gd name="connsiteY22" fmla="*/ 363538 h 2250018"/>
              <a:gd name="connsiteX23" fmla="*/ 11210925 w 11277600"/>
              <a:gd name="connsiteY23" fmla="*/ 390525 h 2250018"/>
              <a:gd name="connsiteX24" fmla="*/ 11277600 w 11277600"/>
              <a:gd name="connsiteY24" fmla="*/ 400050 h 2250018"/>
              <a:gd name="connsiteX25" fmla="*/ 11277600 w 11277600"/>
              <a:gd name="connsiteY25" fmla="*/ 2250018 h 2250018"/>
              <a:gd name="connsiteX26" fmla="*/ 0 w 11277600"/>
              <a:gd name="connsiteY26" fmla="*/ 2250018 h 2250018"/>
              <a:gd name="connsiteX27" fmla="*/ 0 w 11277600"/>
              <a:gd name="connsiteY27" fmla="*/ 398463 h 2250018"/>
              <a:gd name="connsiteX28" fmla="*/ 255588 w 11277600"/>
              <a:gd name="connsiteY28" fmla="*/ 358775 h 2250018"/>
              <a:gd name="connsiteX29" fmla="*/ 511175 w 11277600"/>
              <a:gd name="connsiteY29" fmla="*/ 320675 h 2250018"/>
              <a:gd name="connsiteX30" fmla="*/ 766762 w 11277600"/>
              <a:gd name="connsiteY30" fmla="*/ 284163 h 2250018"/>
              <a:gd name="connsiteX31" fmla="*/ 1023938 w 11277600"/>
              <a:gd name="connsiteY31" fmla="*/ 252413 h 2250018"/>
              <a:gd name="connsiteX32" fmla="*/ 1279525 w 11277600"/>
              <a:gd name="connsiteY32" fmla="*/ 220663 h 2250018"/>
              <a:gd name="connsiteX33" fmla="*/ 1536700 w 11277600"/>
              <a:gd name="connsiteY33" fmla="*/ 190500 h 2250018"/>
              <a:gd name="connsiteX34" fmla="*/ 1790700 w 11277600"/>
              <a:gd name="connsiteY34" fmla="*/ 165100 h 2250018"/>
              <a:gd name="connsiteX35" fmla="*/ 2047875 w 11277600"/>
              <a:gd name="connsiteY35" fmla="*/ 141288 h 2250018"/>
              <a:gd name="connsiteX36" fmla="*/ 2303462 w 11277600"/>
              <a:gd name="connsiteY36" fmla="*/ 119063 h 2250018"/>
              <a:gd name="connsiteX37" fmla="*/ 2555875 w 11277600"/>
              <a:gd name="connsiteY37" fmla="*/ 100013 h 2250018"/>
              <a:gd name="connsiteX38" fmla="*/ 2809875 w 11277600"/>
              <a:gd name="connsiteY38" fmla="*/ 80963 h 2250018"/>
              <a:gd name="connsiteX39" fmla="*/ 3062288 w 11277600"/>
              <a:gd name="connsiteY39" fmla="*/ 65088 h 2250018"/>
              <a:gd name="connsiteX40" fmla="*/ 3313113 w 11277600"/>
              <a:gd name="connsiteY40" fmla="*/ 52388 h 2250018"/>
              <a:gd name="connsiteX41" fmla="*/ 3563938 w 11277600"/>
              <a:gd name="connsiteY41" fmla="*/ 39688 h 2250018"/>
              <a:gd name="connsiteX42" fmla="*/ 3811588 w 11277600"/>
              <a:gd name="connsiteY42" fmla="*/ 28575 h 2250018"/>
              <a:gd name="connsiteX43" fmla="*/ 4057650 w 11277600"/>
              <a:gd name="connsiteY43" fmla="*/ 20638 h 2250018"/>
              <a:gd name="connsiteX44" fmla="*/ 4303713 w 11277600"/>
              <a:gd name="connsiteY44" fmla="*/ 14288 h 2250018"/>
              <a:gd name="connsiteX45" fmla="*/ 4546600 w 11277600"/>
              <a:gd name="connsiteY45" fmla="*/ 7938 h 2250018"/>
              <a:gd name="connsiteX46" fmla="*/ 4787900 w 11277600"/>
              <a:gd name="connsiteY46" fmla="*/ 4763 h 2250018"/>
              <a:gd name="connsiteX47" fmla="*/ 5027613 w 11277600"/>
              <a:gd name="connsiteY47" fmla="*/ 1588 h 22500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11277600" h="2250018">
                <a:moveTo>
                  <a:pt x="5264150" y="0"/>
                </a:moveTo>
                <a:lnTo>
                  <a:pt x="5499100" y="1588"/>
                </a:lnTo>
                <a:lnTo>
                  <a:pt x="5730875" y="1588"/>
                </a:lnTo>
                <a:lnTo>
                  <a:pt x="5961063" y="4763"/>
                </a:lnTo>
                <a:lnTo>
                  <a:pt x="6186488" y="9525"/>
                </a:lnTo>
                <a:lnTo>
                  <a:pt x="6410325" y="14288"/>
                </a:lnTo>
                <a:lnTo>
                  <a:pt x="6629400" y="19050"/>
                </a:lnTo>
                <a:lnTo>
                  <a:pt x="6846888" y="26988"/>
                </a:lnTo>
                <a:lnTo>
                  <a:pt x="7061200" y="34925"/>
                </a:lnTo>
                <a:lnTo>
                  <a:pt x="7270750" y="42863"/>
                </a:lnTo>
                <a:lnTo>
                  <a:pt x="7680325" y="63500"/>
                </a:lnTo>
                <a:lnTo>
                  <a:pt x="8072438" y="85725"/>
                </a:lnTo>
                <a:lnTo>
                  <a:pt x="8448675" y="109538"/>
                </a:lnTo>
                <a:lnTo>
                  <a:pt x="8805862" y="134938"/>
                </a:lnTo>
                <a:lnTo>
                  <a:pt x="9145588" y="161925"/>
                </a:lnTo>
                <a:lnTo>
                  <a:pt x="9461500" y="190500"/>
                </a:lnTo>
                <a:lnTo>
                  <a:pt x="9758362" y="219075"/>
                </a:lnTo>
                <a:lnTo>
                  <a:pt x="10031412" y="247650"/>
                </a:lnTo>
                <a:lnTo>
                  <a:pt x="10282238" y="274638"/>
                </a:lnTo>
                <a:lnTo>
                  <a:pt x="10504488" y="300038"/>
                </a:lnTo>
                <a:lnTo>
                  <a:pt x="10704512" y="323850"/>
                </a:lnTo>
                <a:lnTo>
                  <a:pt x="10874375" y="344488"/>
                </a:lnTo>
                <a:lnTo>
                  <a:pt x="11015662" y="363538"/>
                </a:lnTo>
                <a:lnTo>
                  <a:pt x="11210925" y="390525"/>
                </a:lnTo>
                <a:lnTo>
                  <a:pt x="11277600" y="400050"/>
                </a:lnTo>
                <a:lnTo>
                  <a:pt x="11277600" y="2250018"/>
                </a:lnTo>
                <a:lnTo>
                  <a:pt x="0" y="2250018"/>
                </a:lnTo>
                <a:lnTo>
                  <a:pt x="0" y="398463"/>
                </a:lnTo>
                <a:lnTo>
                  <a:pt x="255588" y="358775"/>
                </a:lnTo>
                <a:lnTo>
                  <a:pt x="511175" y="320675"/>
                </a:lnTo>
                <a:lnTo>
                  <a:pt x="766762" y="284163"/>
                </a:lnTo>
                <a:lnTo>
                  <a:pt x="1023938" y="252413"/>
                </a:lnTo>
                <a:lnTo>
                  <a:pt x="1279525" y="220663"/>
                </a:lnTo>
                <a:lnTo>
                  <a:pt x="1536700" y="190500"/>
                </a:lnTo>
                <a:lnTo>
                  <a:pt x="1790700" y="165100"/>
                </a:lnTo>
                <a:lnTo>
                  <a:pt x="2047875" y="141288"/>
                </a:lnTo>
                <a:lnTo>
                  <a:pt x="2303462" y="119063"/>
                </a:lnTo>
                <a:lnTo>
                  <a:pt x="2555875" y="100013"/>
                </a:lnTo>
                <a:lnTo>
                  <a:pt x="2809875" y="80963"/>
                </a:lnTo>
                <a:lnTo>
                  <a:pt x="3062288" y="65088"/>
                </a:lnTo>
                <a:lnTo>
                  <a:pt x="3313113" y="52388"/>
                </a:lnTo>
                <a:lnTo>
                  <a:pt x="3563938" y="39688"/>
                </a:lnTo>
                <a:lnTo>
                  <a:pt x="3811588" y="28575"/>
                </a:lnTo>
                <a:lnTo>
                  <a:pt x="4057650" y="20638"/>
                </a:lnTo>
                <a:lnTo>
                  <a:pt x="4303713" y="14288"/>
                </a:lnTo>
                <a:lnTo>
                  <a:pt x="4546600" y="7938"/>
                </a:lnTo>
                <a:lnTo>
                  <a:pt x="4787900" y="4763"/>
                </a:lnTo>
                <a:lnTo>
                  <a:pt x="5027613" y="1588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5" name="Freeform 5">
            <a:extLst>
              <a:ext uri="{FF2B5EF4-FFF2-40B4-BE49-F238E27FC236}">
                <a16:creationId xmlns:a16="http://schemas.microsoft.com/office/drawing/2014/main" id="{79B9FD3C-5633-44F4-902E-55A97B2D20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0371525">
            <a:off x="263767" y="4132535"/>
            <a:ext cx="3299407" cy="440924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Текстово поле 2">
            <a:extLst>
              <a:ext uri="{FF2B5EF4-FFF2-40B4-BE49-F238E27FC236}">
                <a16:creationId xmlns:a16="http://schemas.microsoft.com/office/drawing/2014/main" id="{C89EF7EA-CBFE-0CD6-B906-4904EB50377C}"/>
              </a:ext>
            </a:extLst>
          </p:cNvPr>
          <p:cNvSpPr txBox="1"/>
          <p:nvPr/>
        </p:nvSpPr>
        <p:spPr>
          <a:xfrm>
            <a:off x="649975" y="4517136"/>
            <a:ext cx="10893095" cy="117494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5600" b="0" i="0" kern="1200" dirty="0">
                <a:solidFill>
                  <a:schemeClr val="bg2"/>
                </a:solidFill>
                <a:latin typeface="+mj-lt"/>
                <a:ea typeface="+mj-ea"/>
                <a:cs typeface="+mj-cs"/>
              </a:rPr>
              <a:t>2.Apps We used in the project</a:t>
            </a:r>
          </a:p>
        </p:txBody>
      </p:sp>
      <p:pic>
        <p:nvPicPr>
          <p:cNvPr id="2" name="Картина 1">
            <a:extLst>
              <a:ext uri="{FF2B5EF4-FFF2-40B4-BE49-F238E27FC236}">
                <a16:creationId xmlns:a16="http://schemas.microsoft.com/office/drawing/2014/main" id="{322C4FE3-341B-8675-3059-A1BCB16E0CB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30235" y="1412750"/>
            <a:ext cx="1761809" cy="1686305"/>
          </a:xfrm>
          <a:prstGeom prst="rect">
            <a:avLst/>
          </a:prstGeom>
        </p:spPr>
      </p:pic>
      <p:pic>
        <p:nvPicPr>
          <p:cNvPr id="7" name="Картина 6">
            <a:extLst>
              <a:ext uri="{FF2B5EF4-FFF2-40B4-BE49-F238E27FC236}">
                <a16:creationId xmlns:a16="http://schemas.microsoft.com/office/drawing/2014/main" id="{0554CF4E-D1B9-8195-2918-608F4FD5C52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27496" y="2165852"/>
            <a:ext cx="3448066" cy="1834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2889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ово поле 2">
            <a:extLst>
              <a:ext uri="{FF2B5EF4-FFF2-40B4-BE49-F238E27FC236}">
                <a16:creationId xmlns:a16="http://schemas.microsoft.com/office/drawing/2014/main" id="{B55AAE4F-4375-7BA4-D531-7767A3F4FA3A}"/>
              </a:ext>
            </a:extLst>
          </p:cNvPr>
          <p:cNvSpPr txBox="1"/>
          <p:nvPr/>
        </p:nvSpPr>
        <p:spPr>
          <a:xfrm>
            <a:off x="676517" y="518540"/>
            <a:ext cx="6096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3.Our Inspiration  </a:t>
            </a:r>
          </a:p>
        </p:txBody>
      </p:sp>
      <p:sp>
        <p:nvSpPr>
          <p:cNvPr id="5" name="Текстово поле 4">
            <a:extLst>
              <a:ext uri="{FF2B5EF4-FFF2-40B4-BE49-F238E27FC236}">
                <a16:creationId xmlns:a16="http://schemas.microsoft.com/office/drawing/2014/main" id="{BFF52848-EDFA-95C8-0464-652B46BDE288}"/>
              </a:ext>
            </a:extLst>
          </p:cNvPr>
          <p:cNvSpPr txBox="1"/>
          <p:nvPr/>
        </p:nvSpPr>
        <p:spPr>
          <a:xfrm>
            <a:off x="676517" y="1126592"/>
            <a:ext cx="68707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We were somewhat inspired by the game Called Wordle – made by  Josh Wardle.</a:t>
            </a:r>
          </a:p>
        </p:txBody>
      </p:sp>
      <p:sp>
        <p:nvSpPr>
          <p:cNvPr id="7" name="Текстово поле 6">
            <a:extLst>
              <a:ext uri="{FF2B5EF4-FFF2-40B4-BE49-F238E27FC236}">
                <a16:creationId xmlns:a16="http://schemas.microsoft.com/office/drawing/2014/main" id="{0E2FE36F-C96B-ADF1-DAB6-116B26116DB3}"/>
              </a:ext>
            </a:extLst>
          </p:cNvPr>
          <p:cNvSpPr txBox="1"/>
          <p:nvPr/>
        </p:nvSpPr>
        <p:spPr>
          <a:xfrm>
            <a:off x="630101" y="2062483"/>
            <a:ext cx="623486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Some of out games mechanic were inspired by it ,but it still has its own differences from ours,  just as we have differences from it .</a:t>
            </a:r>
          </a:p>
        </p:txBody>
      </p:sp>
      <p:pic>
        <p:nvPicPr>
          <p:cNvPr id="8" name="Картина 7">
            <a:extLst>
              <a:ext uri="{FF2B5EF4-FFF2-40B4-BE49-F238E27FC236}">
                <a16:creationId xmlns:a16="http://schemas.microsoft.com/office/drawing/2014/main" id="{82F845C0-58EB-4877-AC31-B4B512EB4D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7963" y="1449757"/>
            <a:ext cx="3263062" cy="1074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07483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FAEF28A3-012D-4640-B8B8-1EF6EAF723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3B2F1C2-14D3-4A53-B329-323795BCFD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94E879E-1515-4211-8F1B-B68A92B2C2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F7137E7D-1F4E-498A-97D1-0E1FE6FC6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91375183-B6E5-43E0-B28F-39EC908385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267F36BD-A8AF-4304-A662-1007CC1748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15D9095F-2809-4A90-A032-250AC21C3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9027D7BF-C282-4477-A406-245C3F2652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AC3C43D8-426E-472E-A8E8-C41BF7A876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5">
              <a:extLst>
                <a:ext uri="{FF2B5EF4-FFF2-40B4-BE49-F238E27FC236}">
                  <a16:creationId xmlns:a16="http://schemas.microsoft.com/office/drawing/2014/main" id="{52DCAE0E-B8DE-4C42-A48F-FA0C8345AC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59647F54-801D-44AB-8284-EDDFF77631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9EA2611-DCBA-4E97-A2B2-9A466E76BD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8" name="Freeform 5">
            <a:extLst>
              <a:ext uri="{FF2B5EF4-FFF2-40B4-BE49-F238E27FC236}">
                <a16:creationId xmlns:a16="http://schemas.microsoft.com/office/drawing/2014/main" id="{BBC615D1-6E12-40EF-915B-316CFDB550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794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" name="Freeform 5">
            <a:extLst>
              <a:ext uri="{FF2B5EF4-FFF2-40B4-BE49-F238E27FC236}">
                <a16:creationId xmlns:a16="http://schemas.microsoft.com/office/drawing/2014/main" id="{B9797D36-DE1E-47CD-881A-6C1F582826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5376762" y="1826078"/>
            <a:ext cx="3299407" cy="440924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Текстово поле 4">
            <a:extLst>
              <a:ext uri="{FF2B5EF4-FFF2-40B4-BE49-F238E27FC236}">
                <a16:creationId xmlns:a16="http://schemas.microsoft.com/office/drawing/2014/main" id="{B062CD66-2E27-600A-5171-EE5217EB8322}"/>
              </a:ext>
            </a:extLst>
          </p:cNvPr>
          <p:cNvSpPr txBox="1"/>
          <p:nvPr/>
        </p:nvSpPr>
        <p:spPr>
          <a:xfrm>
            <a:off x="639098" y="629265"/>
            <a:ext cx="6072776" cy="16223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36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4.Our Goal </a:t>
            </a:r>
          </a:p>
        </p:txBody>
      </p:sp>
      <p:pic>
        <p:nvPicPr>
          <p:cNvPr id="8" name="Картина 7">
            <a:extLst>
              <a:ext uri="{FF2B5EF4-FFF2-40B4-BE49-F238E27FC236}">
                <a16:creationId xmlns:a16="http://schemas.microsoft.com/office/drawing/2014/main" id="{7826424B-60AB-E933-E704-B1382A1D0F7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012" r="2" b="6775"/>
          <a:stretch>
            <a:fillRect/>
          </a:stretch>
        </p:blipFill>
        <p:spPr>
          <a:xfrm>
            <a:off x="6774511" y="480060"/>
            <a:ext cx="4929808" cy="5897880"/>
          </a:xfrm>
          <a:custGeom>
            <a:avLst/>
            <a:gdLst/>
            <a:ahLst/>
            <a:cxnLst/>
            <a:rect l="l" t="t" r="r" b="b"/>
            <a:pathLst>
              <a:path w="4929808" h="5897880">
                <a:moveTo>
                  <a:pt x="104535" y="0"/>
                </a:moveTo>
                <a:lnTo>
                  <a:pt x="2751151" y="0"/>
                </a:lnTo>
                <a:lnTo>
                  <a:pt x="4769032" y="0"/>
                </a:lnTo>
                <a:lnTo>
                  <a:pt x="4929808" y="0"/>
                </a:lnTo>
                <a:lnTo>
                  <a:pt x="4929808" y="5897880"/>
                </a:lnTo>
                <a:lnTo>
                  <a:pt x="4769032" y="5897880"/>
                </a:lnTo>
                <a:lnTo>
                  <a:pt x="2751151" y="5897880"/>
                </a:lnTo>
                <a:lnTo>
                  <a:pt x="0" y="5897880"/>
                </a:lnTo>
                <a:lnTo>
                  <a:pt x="0" y="5896985"/>
                </a:lnTo>
                <a:lnTo>
                  <a:pt x="103291" y="5896985"/>
                </a:lnTo>
                <a:lnTo>
                  <a:pt x="112340" y="5838313"/>
                </a:lnTo>
                <a:lnTo>
                  <a:pt x="123631" y="5762037"/>
                </a:lnTo>
                <a:lnTo>
                  <a:pt x="135550" y="5671232"/>
                </a:lnTo>
                <a:lnTo>
                  <a:pt x="149820" y="5563476"/>
                </a:lnTo>
                <a:lnTo>
                  <a:pt x="164875" y="5444219"/>
                </a:lnTo>
                <a:lnTo>
                  <a:pt x="180714" y="5309828"/>
                </a:lnTo>
                <a:lnTo>
                  <a:pt x="197494" y="5163329"/>
                </a:lnTo>
                <a:lnTo>
                  <a:pt x="214273" y="5004117"/>
                </a:lnTo>
                <a:lnTo>
                  <a:pt x="231367" y="4834615"/>
                </a:lnTo>
                <a:lnTo>
                  <a:pt x="247205" y="4651794"/>
                </a:lnTo>
                <a:lnTo>
                  <a:pt x="262417" y="4460498"/>
                </a:lnTo>
                <a:lnTo>
                  <a:pt x="276217" y="4258305"/>
                </a:lnTo>
                <a:lnTo>
                  <a:pt x="289390" y="4047637"/>
                </a:lnTo>
                <a:lnTo>
                  <a:pt x="301779" y="3827889"/>
                </a:lnTo>
                <a:lnTo>
                  <a:pt x="306170" y="3715291"/>
                </a:lnTo>
                <a:lnTo>
                  <a:pt x="311031" y="3600271"/>
                </a:lnTo>
                <a:lnTo>
                  <a:pt x="315579" y="3483435"/>
                </a:lnTo>
                <a:lnTo>
                  <a:pt x="318558" y="3365994"/>
                </a:lnTo>
                <a:lnTo>
                  <a:pt x="321224" y="3246131"/>
                </a:lnTo>
                <a:lnTo>
                  <a:pt x="324047" y="3125058"/>
                </a:lnTo>
                <a:lnTo>
                  <a:pt x="325929" y="3001563"/>
                </a:lnTo>
                <a:lnTo>
                  <a:pt x="325929" y="2876858"/>
                </a:lnTo>
                <a:lnTo>
                  <a:pt x="326870" y="2750941"/>
                </a:lnTo>
                <a:lnTo>
                  <a:pt x="325929" y="2623814"/>
                </a:lnTo>
                <a:lnTo>
                  <a:pt x="324047" y="2494871"/>
                </a:lnTo>
                <a:lnTo>
                  <a:pt x="322322" y="2365928"/>
                </a:lnTo>
                <a:lnTo>
                  <a:pt x="318558" y="2235169"/>
                </a:lnTo>
                <a:lnTo>
                  <a:pt x="314638" y="2103199"/>
                </a:lnTo>
                <a:lnTo>
                  <a:pt x="310090" y="1971229"/>
                </a:lnTo>
                <a:lnTo>
                  <a:pt x="303660" y="1838048"/>
                </a:lnTo>
                <a:lnTo>
                  <a:pt x="295976" y="1703656"/>
                </a:lnTo>
                <a:lnTo>
                  <a:pt x="288606" y="1568660"/>
                </a:lnTo>
                <a:lnTo>
                  <a:pt x="279197" y="1433663"/>
                </a:lnTo>
                <a:lnTo>
                  <a:pt x="267906" y="1296850"/>
                </a:lnTo>
                <a:lnTo>
                  <a:pt x="256615" y="1161853"/>
                </a:lnTo>
                <a:lnTo>
                  <a:pt x="243598" y="1024435"/>
                </a:lnTo>
                <a:lnTo>
                  <a:pt x="229328" y="886411"/>
                </a:lnTo>
                <a:lnTo>
                  <a:pt x="214273" y="750203"/>
                </a:lnTo>
                <a:lnTo>
                  <a:pt x="196709" y="612180"/>
                </a:lnTo>
                <a:lnTo>
                  <a:pt x="177891" y="474761"/>
                </a:lnTo>
                <a:lnTo>
                  <a:pt x="159229" y="336738"/>
                </a:lnTo>
                <a:lnTo>
                  <a:pt x="137432" y="199320"/>
                </a:lnTo>
                <a:lnTo>
                  <a:pt x="115163" y="62507"/>
                </a:lnTo>
                <a:close/>
              </a:path>
            </a:pathLst>
          </a:cu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4A2FAF1F-F462-46AF-A9E6-CC93C4E2C3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7146BED8-BAE9-42C5-A3DD-7B946445DB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11000"/>
                </a:schemeClr>
              </a:gs>
              <a:gs pos="75000">
                <a:schemeClr val="accent5">
                  <a:alpha val="0"/>
                </a:schemeClr>
              </a:gs>
              <a:gs pos="36000">
                <a:schemeClr val="accent5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15765FE8-B62F-41E4-A73C-74C91A8FD9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8000"/>
                </a:schemeClr>
              </a:gs>
              <a:gs pos="72000">
                <a:schemeClr val="accent5">
                  <a:alpha val="0"/>
                </a:schemeClr>
              </a:gs>
              <a:gs pos="36000">
                <a:schemeClr val="accent5"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" name="Текстово поле 6">
            <a:extLst>
              <a:ext uri="{FF2B5EF4-FFF2-40B4-BE49-F238E27FC236}">
                <a16:creationId xmlns:a16="http://schemas.microsoft.com/office/drawing/2014/main" id="{91CD35FF-8DF5-8BC0-1B77-84306FFB54E7}"/>
              </a:ext>
            </a:extLst>
          </p:cNvPr>
          <p:cNvSpPr txBox="1"/>
          <p:nvPr/>
        </p:nvSpPr>
        <p:spPr>
          <a:xfrm>
            <a:off x="639098" y="2418735"/>
            <a:ext cx="6072776" cy="38117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>
                <a:solidFill>
                  <a:srgbClr val="FFFFFF"/>
                </a:solidFill>
              </a:rPr>
              <a:t>Our goal is to make a nice project for people to enjoy games about words and make it a nice little challenge for people who have a great verity and knowledge of the English dictionary.</a:t>
            </a:r>
          </a:p>
        </p:txBody>
      </p:sp>
    </p:spTree>
    <p:extLst>
      <p:ext uri="{BB962C8B-B14F-4D97-AF65-F5344CB8AC3E}">
        <p14:creationId xmlns:p14="http://schemas.microsoft.com/office/powerpoint/2010/main" val="24584144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ово поле 2">
            <a:extLst>
              <a:ext uri="{FF2B5EF4-FFF2-40B4-BE49-F238E27FC236}">
                <a16:creationId xmlns:a16="http://schemas.microsoft.com/office/drawing/2014/main" id="{1BCC87C3-F0DC-E618-9659-234E3590FBAF}"/>
              </a:ext>
            </a:extLst>
          </p:cNvPr>
          <p:cNvSpPr txBox="1"/>
          <p:nvPr/>
        </p:nvSpPr>
        <p:spPr>
          <a:xfrm>
            <a:off x="2930541" y="2154859"/>
            <a:ext cx="610975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dirty="0"/>
              <a:t>Thank you for your attention ! </a:t>
            </a:r>
          </a:p>
        </p:txBody>
      </p:sp>
    </p:spTree>
    <p:extLst>
      <p:ext uri="{BB962C8B-B14F-4D97-AF65-F5344CB8AC3E}">
        <p14:creationId xmlns:p14="http://schemas.microsoft.com/office/powerpoint/2010/main" val="226717776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Йон – заседателна зала">
  <a:themeElements>
    <a:clrScheme name="Йон – заседателна зала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Йон – заседателна зала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Йон – заседателна зала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119</TotalTime>
  <Words>116</Words>
  <Application>Microsoft Office PowerPoint</Application>
  <PresentationFormat>Широк екран</PresentationFormat>
  <Paragraphs>13</Paragraphs>
  <Slides>6</Slides>
  <Notes>0</Notes>
  <HiddenSlides>0</HiddenSlides>
  <MMClips>0</MMClips>
  <ScaleCrop>false</ScaleCrop>
  <HeadingPairs>
    <vt:vector size="6" baseType="variant">
      <vt:variant>
        <vt:lpstr>Използвани шрифтове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Заглавия на слайдовете</vt:lpstr>
      </vt:variant>
      <vt:variant>
        <vt:i4>6</vt:i4>
      </vt:variant>
    </vt:vector>
  </HeadingPairs>
  <TitlesOfParts>
    <vt:vector size="10" baseType="lpstr">
      <vt:lpstr>Arial</vt:lpstr>
      <vt:lpstr>Century Gothic</vt:lpstr>
      <vt:lpstr>Wingdings 3</vt:lpstr>
      <vt:lpstr>Йон – заседателна зала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Mihail Mavrodiev</dc:creator>
  <cp:lastModifiedBy>Mihail Mavrodiev</cp:lastModifiedBy>
  <cp:revision>2</cp:revision>
  <dcterms:created xsi:type="dcterms:W3CDTF">2025-12-02T16:55:12Z</dcterms:created>
  <dcterms:modified xsi:type="dcterms:W3CDTF">2025-12-08T18:42:59Z</dcterms:modified>
</cp:coreProperties>
</file>