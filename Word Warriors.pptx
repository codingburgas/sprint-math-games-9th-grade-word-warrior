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EBBD2D-53E5-4747-AAFD-4F37DAA1BCF3}" v="2" dt="2025-12-02T17:29:58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ail Mavrodiev" userId="acb89baa39bd5b42" providerId="LiveId" clId="{50005337-12D6-4E2F-8B2C-4D50FB162668}"/>
    <pc:docChg chg="modSld">
      <pc:chgData name="Mihail Mavrodiev" userId="acb89baa39bd5b42" providerId="LiveId" clId="{50005337-12D6-4E2F-8B2C-4D50FB162668}" dt="2025-12-02T17:30:11.225" v="19" actId="14100"/>
      <pc:docMkLst>
        <pc:docMk/>
      </pc:docMkLst>
      <pc:sldChg chg="addSp modSp mod">
        <pc:chgData name="Mihail Mavrodiev" userId="acb89baa39bd5b42" providerId="LiveId" clId="{50005337-12D6-4E2F-8B2C-4D50FB162668}" dt="2025-12-02T17:30:11.225" v="19" actId="14100"/>
        <pc:sldMkLst>
          <pc:docMk/>
          <pc:sldMk cId="645391320" sldId="257"/>
        </pc:sldMkLst>
        <pc:spChg chg="mod">
          <ac:chgData name="Mihail Mavrodiev" userId="acb89baa39bd5b42" providerId="LiveId" clId="{50005337-12D6-4E2F-8B2C-4D50FB162668}" dt="2025-12-02T17:29:36.737" v="11" actId="1076"/>
          <ac:spMkLst>
            <pc:docMk/>
            <pc:sldMk cId="645391320" sldId="257"/>
            <ac:spMk id="9" creationId="{A485B112-6C7B-5CEA-EBBE-ECFBAEBD3066}"/>
          </ac:spMkLst>
        </pc:spChg>
        <pc:spChg chg="mod">
          <ac:chgData name="Mihail Mavrodiev" userId="acb89baa39bd5b42" providerId="LiveId" clId="{50005337-12D6-4E2F-8B2C-4D50FB162668}" dt="2025-12-02T17:30:06.546" v="16" actId="1076"/>
          <ac:spMkLst>
            <pc:docMk/>
            <pc:sldMk cId="645391320" sldId="257"/>
            <ac:spMk id="11" creationId="{8FF41362-AF08-3F5F-468C-7DF314077BFF}"/>
          </ac:spMkLst>
        </pc:spChg>
        <pc:picChg chg="add mod">
          <ac:chgData name="Mihail Mavrodiev" userId="acb89baa39bd5b42" providerId="LiveId" clId="{50005337-12D6-4E2F-8B2C-4D50FB162668}" dt="2025-12-02T17:29:38.418" v="12" actId="1076"/>
          <ac:picMkLst>
            <pc:docMk/>
            <pc:sldMk cId="645391320" sldId="257"/>
            <ac:picMk id="14" creationId="{F7757247-DB34-82A4-B3FE-1FEFD06B48C5}"/>
          </ac:picMkLst>
        </pc:picChg>
        <pc:picChg chg="add mod">
          <ac:chgData name="Mihail Mavrodiev" userId="acb89baa39bd5b42" providerId="LiveId" clId="{50005337-12D6-4E2F-8B2C-4D50FB162668}" dt="2025-12-02T17:30:11.225" v="19" actId="14100"/>
          <ac:picMkLst>
            <pc:docMk/>
            <pc:sldMk cId="645391320" sldId="257"/>
            <ac:picMk id="15" creationId="{6232DFE7-F41E-9152-8519-452FF8AF456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68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97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9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5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86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9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6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21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55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55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33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 с карти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10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82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59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100E059-A40B-4181-A95F-F795812EAEF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6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0EB5F580-8819-AA09-40FD-724005D49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088" y="126609"/>
            <a:ext cx="6858000" cy="6481891"/>
          </a:xfrm>
          <a:prstGeom prst="rect">
            <a:avLst/>
          </a:prstGeom>
        </p:spPr>
      </p:pic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B66B0C48-EA3D-A826-2399-EF62913CED50}"/>
              </a:ext>
            </a:extLst>
          </p:cNvPr>
          <p:cNvSpPr txBox="1"/>
          <p:nvPr/>
        </p:nvSpPr>
        <p:spPr>
          <a:xfrm>
            <a:off x="4323699" y="51520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461374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A1AE119B-736E-06A6-D47F-28AE9C4656CE}"/>
              </a:ext>
            </a:extLst>
          </p:cNvPr>
          <p:cNvSpPr txBox="1"/>
          <p:nvPr/>
        </p:nvSpPr>
        <p:spPr>
          <a:xfrm>
            <a:off x="643425" y="464334"/>
            <a:ext cx="6095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1.People in the team and there specialties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FEEC96AA-6DDF-CC06-69F3-FCED6A6E1297}"/>
              </a:ext>
            </a:extLst>
          </p:cNvPr>
          <p:cNvSpPr txBox="1"/>
          <p:nvPr/>
        </p:nvSpPr>
        <p:spPr>
          <a:xfrm>
            <a:off x="1410071" y="3269555"/>
            <a:ext cx="2505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Михаил Мавродиев </a:t>
            </a:r>
            <a:endParaRPr lang="en-US" dirty="0"/>
          </a:p>
        </p:txBody>
      </p:sp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0306620F-1DF2-5787-20C4-EBC6C23C313A}"/>
              </a:ext>
            </a:extLst>
          </p:cNvPr>
          <p:cNvSpPr txBox="1"/>
          <p:nvPr/>
        </p:nvSpPr>
        <p:spPr>
          <a:xfrm>
            <a:off x="6524577" y="3269555"/>
            <a:ext cx="2483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Йоан Георгиев</a:t>
            </a:r>
            <a:endParaRPr lang="en-US" dirty="0"/>
          </a:p>
        </p:txBody>
      </p:sp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A485B112-6C7B-5CEA-EBBE-ECFBAEBD3066}"/>
              </a:ext>
            </a:extLst>
          </p:cNvPr>
          <p:cNvSpPr txBox="1"/>
          <p:nvPr/>
        </p:nvSpPr>
        <p:spPr>
          <a:xfrm>
            <a:off x="1596855" y="5683581"/>
            <a:ext cx="1796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/>
              <a:t>Атрем</a:t>
            </a:r>
            <a:r>
              <a:rPr lang="bg-BG" dirty="0"/>
              <a:t> Бок</a:t>
            </a:r>
            <a:endParaRPr lang="en-US" dirty="0"/>
          </a:p>
        </p:txBody>
      </p:sp>
      <p:sp>
        <p:nvSpPr>
          <p:cNvPr id="11" name="Текстово поле 10">
            <a:extLst>
              <a:ext uri="{FF2B5EF4-FFF2-40B4-BE49-F238E27FC236}">
                <a16:creationId xmlns:a16="http://schemas.microsoft.com/office/drawing/2014/main" id="{8FF41362-AF08-3F5F-468C-7DF314077BFF}"/>
              </a:ext>
            </a:extLst>
          </p:cNvPr>
          <p:cNvSpPr txBox="1"/>
          <p:nvPr/>
        </p:nvSpPr>
        <p:spPr>
          <a:xfrm>
            <a:off x="6642779" y="5683580"/>
            <a:ext cx="2246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Йордан Райнов</a:t>
            </a:r>
            <a:endParaRPr lang="en-US" dirty="0"/>
          </a:p>
        </p:txBody>
      </p:sp>
      <p:pic>
        <p:nvPicPr>
          <p:cNvPr id="12" name="Картина 11">
            <a:extLst>
              <a:ext uri="{FF2B5EF4-FFF2-40B4-BE49-F238E27FC236}">
                <a16:creationId xmlns:a16="http://schemas.microsoft.com/office/drawing/2014/main" id="{E4AF1CEC-8984-2D68-5686-378E22696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127" y="1040195"/>
            <a:ext cx="1644200" cy="2022831"/>
          </a:xfrm>
          <a:prstGeom prst="rect">
            <a:avLst/>
          </a:prstGeom>
        </p:spPr>
      </p:pic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18BF2980-F769-A580-4776-FDC0A362F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710" y="1040194"/>
            <a:ext cx="1980086" cy="2022832"/>
          </a:xfrm>
          <a:prstGeom prst="rect">
            <a:avLst/>
          </a:prstGeom>
        </p:spPr>
      </p:pic>
      <p:pic>
        <p:nvPicPr>
          <p:cNvPr id="14" name="Картина 13">
            <a:extLst>
              <a:ext uri="{FF2B5EF4-FFF2-40B4-BE49-F238E27FC236}">
                <a16:creationId xmlns:a16="http://schemas.microsoft.com/office/drawing/2014/main" id="{F7757247-DB34-82A4-B3FE-1FEFD06B4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600" y="3682167"/>
            <a:ext cx="1752972" cy="1816748"/>
          </a:xfrm>
          <a:prstGeom prst="rect">
            <a:avLst/>
          </a:prstGeom>
        </p:spPr>
      </p:pic>
      <p:pic>
        <p:nvPicPr>
          <p:cNvPr id="15" name="Картина 14">
            <a:extLst>
              <a:ext uri="{FF2B5EF4-FFF2-40B4-BE49-F238E27FC236}">
                <a16:creationId xmlns:a16="http://schemas.microsoft.com/office/drawing/2014/main" id="{6232DFE7-F41E-9152-8519-452FF8AF4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779" y="3666349"/>
            <a:ext cx="1867832" cy="200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91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C030789-C525-4D1D-90A0-F48C14A76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1BD0F81-508F-4C6D-9938-C58CC2138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49081238-0806-4285-968F-ACFC0C0FB9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0CAB4C1-E9FF-4C37-92FA-28BED3B88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D7060D-8DA2-4400-86F1-6A988F0E8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91000"/>
                  <a:satMod val="164000"/>
                  <a:lumMod val="74000"/>
                </a:schemeClr>
                <a:schemeClr val="dk2">
                  <a:hueMod val="124000"/>
                  <a:satMod val="140000"/>
                  <a:lumMod val="14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E6678A-6101-4D77-8A14-5F70FBDB6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926FC444-3DC9-7DA4-EA9C-3A371E605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09" y="474132"/>
            <a:ext cx="3439617" cy="3439617"/>
          </a:xfrm>
          <a:prstGeom prst="roundRect">
            <a:avLst>
              <a:gd name="adj" fmla="val 1858"/>
            </a:avLst>
          </a:prstGeom>
          <a:effectLst/>
        </p:spPr>
      </p:pic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F3F2D516-6846-A482-6CE6-953DB0E24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994" y="1188290"/>
            <a:ext cx="3557016" cy="2009713"/>
          </a:xfrm>
          <a:prstGeom prst="roundRect">
            <a:avLst>
              <a:gd name="adj" fmla="val 1858"/>
            </a:avLst>
          </a:prstGeom>
          <a:effectLst/>
        </p:spPr>
      </p:pic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B2F96456-4E09-15A0-EDF1-FB80C48FE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7825" y="1192736"/>
            <a:ext cx="3557016" cy="2000821"/>
          </a:xfrm>
          <a:prstGeom prst="roundRect">
            <a:avLst>
              <a:gd name="adj" fmla="val 1858"/>
            </a:avLst>
          </a:prstGeom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FA4E1D0-9351-4451-B0A0-51BEA42D8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D052C5D-4E47-47F1-96A6-5251FAAED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133850"/>
            <a:ext cx="11277600" cy="2250018"/>
          </a:xfrm>
          <a:custGeom>
            <a:avLst/>
            <a:gdLst>
              <a:gd name="connsiteX0" fmla="*/ 5264150 w 11277600"/>
              <a:gd name="connsiteY0" fmla="*/ 0 h 2250018"/>
              <a:gd name="connsiteX1" fmla="*/ 5499100 w 11277600"/>
              <a:gd name="connsiteY1" fmla="*/ 1588 h 2250018"/>
              <a:gd name="connsiteX2" fmla="*/ 5730875 w 11277600"/>
              <a:gd name="connsiteY2" fmla="*/ 1588 h 2250018"/>
              <a:gd name="connsiteX3" fmla="*/ 5961063 w 11277600"/>
              <a:gd name="connsiteY3" fmla="*/ 4763 h 2250018"/>
              <a:gd name="connsiteX4" fmla="*/ 6186488 w 11277600"/>
              <a:gd name="connsiteY4" fmla="*/ 9525 h 2250018"/>
              <a:gd name="connsiteX5" fmla="*/ 6410325 w 11277600"/>
              <a:gd name="connsiteY5" fmla="*/ 14288 h 2250018"/>
              <a:gd name="connsiteX6" fmla="*/ 6629400 w 11277600"/>
              <a:gd name="connsiteY6" fmla="*/ 19050 h 2250018"/>
              <a:gd name="connsiteX7" fmla="*/ 6846888 w 11277600"/>
              <a:gd name="connsiteY7" fmla="*/ 26988 h 2250018"/>
              <a:gd name="connsiteX8" fmla="*/ 7061200 w 11277600"/>
              <a:gd name="connsiteY8" fmla="*/ 34925 h 2250018"/>
              <a:gd name="connsiteX9" fmla="*/ 7270750 w 11277600"/>
              <a:gd name="connsiteY9" fmla="*/ 42863 h 2250018"/>
              <a:gd name="connsiteX10" fmla="*/ 7680325 w 11277600"/>
              <a:gd name="connsiteY10" fmla="*/ 63500 h 2250018"/>
              <a:gd name="connsiteX11" fmla="*/ 8072438 w 11277600"/>
              <a:gd name="connsiteY11" fmla="*/ 85725 h 2250018"/>
              <a:gd name="connsiteX12" fmla="*/ 8448675 w 11277600"/>
              <a:gd name="connsiteY12" fmla="*/ 109538 h 2250018"/>
              <a:gd name="connsiteX13" fmla="*/ 8805862 w 11277600"/>
              <a:gd name="connsiteY13" fmla="*/ 134938 h 2250018"/>
              <a:gd name="connsiteX14" fmla="*/ 9145588 w 11277600"/>
              <a:gd name="connsiteY14" fmla="*/ 161925 h 2250018"/>
              <a:gd name="connsiteX15" fmla="*/ 9461500 w 11277600"/>
              <a:gd name="connsiteY15" fmla="*/ 190500 h 2250018"/>
              <a:gd name="connsiteX16" fmla="*/ 9758362 w 11277600"/>
              <a:gd name="connsiteY16" fmla="*/ 219075 h 2250018"/>
              <a:gd name="connsiteX17" fmla="*/ 10031412 w 11277600"/>
              <a:gd name="connsiteY17" fmla="*/ 247650 h 2250018"/>
              <a:gd name="connsiteX18" fmla="*/ 10282238 w 11277600"/>
              <a:gd name="connsiteY18" fmla="*/ 274638 h 2250018"/>
              <a:gd name="connsiteX19" fmla="*/ 10504488 w 11277600"/>
              <a:gd name="connsiteY19" fmla="*/ 300038 h 2250018"/>
              <a:gd name="connsiteX20" fmla="*/ 10704512 w 11277600"/>
              <a:gd name="connsiteY20" fmla="*/ 323850 h 2250018"/>
              <a:gd name="connsiteX21" fmla="*/ 10874375 w 11277600"/>
              <a:gd name="connsiteY21" fmla="*/ 344488 h 2250018"/>
              <a:gd name="connsiteX22" fmla="*/ 11015662 w 11277600"/>
              <a:gd name="connsiteY22" fmla="*/ 363538 h 2250018"/>
              <a:gd name="connsiteX23" fmla="*/ 11210925 w 11277600"/>
              <a:gd name="connsiteY23" fmla="*/ 390525 h 2250018"/>
              <a:gd name="connsiteX24" fmla="*/ 11277600 w 11277600"/>
              <a:gd name="connsiteY24" fmla="*/ 400050 h 2250018"/>
              <a:gd name="connsiteX25" fmla="*/ 11277600 w 11277600"/>
              <a:gd name="connsiteY25" fmla="*/ 2250018 h 2250018"/>
              <a:gd name="connsiteX26" fmla="*/ 0 w 11277600"/>
              <a:gd name="connsiteY26" fmla="*/ 2250018 h 2250018"/>
              <a:gd name="connsiteX27" fmla="*/ 0 w 11277600"/>
              <a:gd name="connsiteY27" fmla="*/ 398463 h 2250018"/>
              <a:gd name="connsiteX28" fmla="*/ 255588 w 11277600"/>
              <a:gd name="connsiteY28" fmla="*/ 358775 h 2250018"/>
              <a:gd name="connsiteX29" fmla="*/ 511175 w 11277600"/>
              <a:gd name="connsiteY29" fmla="*/ 320675 h 2250018"/>
              <a:gd name="connsiteX30" fmla="*/ 766762 w 11277600"/>
              <a:gd name="connsiteY30" fmla="*/ 284163 h 2250018"/>
              <a:gd name="connsiteX31" fmla="*/ 1023938 w 11277600"/>
              <a:gd name="connsiteY31" fmla="*/ 252413 h 2250018"/>
              <a:gd name="connsiteX32" fmla="*/ 1279525 w 11277600"/>
              <a:gd name="connsiteY32" fmla="*/ 220663 h 2250018"/>
              <a:gd name="connsiteX33" fmla="*/ 1536700 w 11277600"/>
              <a:gd name="connsiteY33" fmla="*/ 190500 h 2250018"/>
              <a:gd name="connsiteX34" fmla="*/ 1790700 w 11277600"/>
              <a:gd name="connsiteY34" fmla="*/ 165100 h 2250018"/>
              <a:gd name="connsiteX35" fmla="*/ 2047875 w 11277600"/>
              <a:gd name="connsiteY35" fmla="*/ 141288 h 2250018"/>
              <a:gd name="connsiteX36" fmla="*/ 2303462 w 11277600"/>
              <a:gd name="connsiteY36" fmla="*/ 119063 h 2250018"/>
              <a:gd name="connsiteX37" fmla="*/ 2555875 w 11277600"/>
              <a:gd name="connsiteY37" fmla="*/ 100013 h 2250018"/>
              <a:gd name="connsiteX38" fmla="*/ 2809875 w 11277600"/>
              <a:gd name="connsiteY38" fmla="*/ 80963 h 2250018"/>
              <a:gd name="connsiteX39" fmla="*/ 3062288 w 11277600"/>
              <a:gd name="connsiteY39" fmla="*/ 65088 h 2250018"/>
              <a:gd name="connsiteX40" fmla="*/ 3313113 w 11277600"/>
              <a:gd name="connsiteY40" fmla="*/ 52388 h 2250018"/>
              <a:gd name="connsiteX41" fmla="*/ 3563938 w 11277600"/>
              <a:gd name="connsiteY41" fmla="*/ 39688 h 2250018"/>
              <a:gd name="connsiteX42" fmla="*/ 3811588 w 11277600"/>
              <a:gd name="connsiteY42" fmla="*/ 28575 h 2250018"/>
              <a:gd name="connsiteX43" fmla="*/ 4057650 w 11277600"/>
              <a:gd name="connsiteY43" fmla="*/ 20638 h 2250018"/>
              <a:gd name="connsiteX44" fmla="*/ 4303713 w 11277600"/>
              <a:gd name="connsiteY44" fmla="*/ 14288 h 2250018"/>
              <a:gd name="connsiteX45" fmla="*/ 4546600 w 11277600"/>
              <a:gd name="connsiteY45" fmla="*/ 7938 h 2250018"/>
              <a:gd name="connsiteX46" fmla="*/ 4787900 w 11277600"/>
              <a:gd name="connsiteY46" fmla="*/ 4763 h 2250018"/>
              <a:gd name="connsiteX47" fmla="*/ 5027613 w 11277600"/>
              <a:gd name="connsiteY47" fmla="*/ 1588 h 225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77600" h="2250018">
                <a:moveTo>
                  <a:pt x="5264150" y="0"/>
                </a:moveTo>
                <a:lnTo>
                  <a:pt x="5499100" y="1588"/>
                </a:lnTo>
                <a:lnTo>
                  <a:pt x="5730875" y="1588"/>
                </a:lnTo>
                <a:lnTo>
                  <a:pt x="5961063" y="4763"/>
                </a:lnTo>
                <a:lnTo>
                  <a:pt x="6186488" y="9525"/>
                </a:lnTo>
                <a:lnTo>
                  <a:pt x="6410325" y="14288"/>
                </a:lnTo>
                <a:lnTo>
                  <a:pt x="6629400" y="19050"/>
                </a:lnTo>
                <a:lnTo>
                  <a:pt x="6846888" y="26988"/>
                </a:lnTo>
                <a:lnTo>
                  <a:pt x="7061200" y="34925"/>
                </a:lnTo>
                <a:lnTo>
                  <a:pt x="7270750" y="42863"/>
                </a:lnTo>
                <a:lnTo>
                  <a:pt x="7680325" y="63500"/>
                </a:lnTo>
                <a:lnTo>
                  <a:pt x="8072438" y="85725"/>
                </a:lnTo>
                <a:lnTo>
                  <a:pt x="8448675" y="109538"/>
                </a:lnTo>
                <a:lnTo>
                  <a:pt x="8805862" y="134938"/>
                </a:lnTo>
                <a:lnTo>
                  <a:pt x="9145588" y="161925"/>
                </a:lnTo>
                <a:lnTo>
                  <a:pt x="9461500" y="190500"/>
                </a:lnTo>
                <a:lnTo>
                  <a:pt x="9758362" y="219075"/>
                </a:lnTo>
                <a:lnTo>
                  <a:pt x="10031412" y="247650"/>
                </a:lnTo>
                <a:lnTo>
                  <a:pt x="10282238" y="274638"/>
                </a:lnTo>
                <a:lnTo>
                  <a:pt x="10504488" y="300038"/>
                </a:lnTo>
                <a:lnTo>
                  <a:pt x="10704512" y="323850"/>
                </a:lnTo>
                <a:lnTo>
                  <a:pt x="10874375" y="344488"/>
                </a:lnTo>
                <a:lnTo>
                  <a:pt x="11015662" y="363538"/>
                </a:lnTo>
                <a:lnTo>
                  <a:pt x="11210925" y="390525"/>
                </a:lnTo>
                <a:lnTo>
                  <a:pt x="11277600" y="400050"/>
                </a:lnTo>
                <a:lnTo>
                  <a:pt x="11277600" y="2250018"/>
                </a:lnTo>
                <a:lnTo>
                  <a:pt x="0" y="2250018"/>
                </a:lnTo>
                <a:lnTo>
                  <a:pt x="0" y="398463"/>
                </a:lnTo>
                <a:lnTo>
                  <a:pt x="255588" y="358775"/>
                </a:lnTo>
                <a:lnTo>
                  <a:pt x="511175" y="320675"/>
                </a:lnTo>
                <a:lnTo>
                  <a:pt x="766762" y="284163"/>
                </a:lnTo>
                <a:lnTo>
                  <a:pt x="1023938" y="252413"/>
                </a:lnTo>
                <a:lnTo>
                  <a:pt x="1279525" y="220663"/>
                </a:lnTo>
                <a:lnTo>
                  <a:pt x="1536700" y="190500"/>
                </a:lnTo>
                <a:lnTo>
                  <a:pt x="1790700" y="165100"/>
                </a:lnTo>
                <a:lnTo>
                  <a:pt x="2047875" y="141288"/>
                </a:lnTo>
                <a:lnTo>
                  <a:pt x="2303462" y="119063"/>
                </a:lnTo>
                <a:lnTo>
                  <a:pt x="2555875" y="100013"/>
                </a:lnTo>
                <a:lnTo>
                  <a:pt x="2809875" y="80963"/>
                </a:lnTo>
                <a:lnTo>
                  <a:pt x="3062288" y="65088"/>
                </a:lnTo>
                <a:lnTo>
                  <a:pt x="3313113" y="52388"/>
                </a:lnTo>
                <a:lnTo>
                  <a:pt x="3563938" y="39688"/>
                </a:lnTo>
                <a:lnTo>
                  <a:pt x="3811588" y="28575"/>
                </a:lnTo>
                <a:lnTo>
                  <a:pt x="4057650" y="20638"/>
                </a:lnTo>
                <a:lnTo>
                  <a:pt x="4303713" y="14288"/>
                </a:lnTo>
                <a:lnTo>
                  <a:pt x="4546600" y="7938"/>
                </a:lnTo>
                <a:lnTo>
                  <a:pt x="4787900" y="4763"/>
                </a:lnTo>
                <a:lnTo>
                  <a:pt x="5027613" y="158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79B9FD3C-5633-44F4-902E-55A97B2D2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0371525">
            <a:off x="263767" y="413253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C89EF7EA-CBFE-0CD6-B906-4904EB50377C}"/>
              </a:ext>
            </a:extLst>
          </p:cNvPr>
          <p:cNvSpPr txBox="1"/>
          <p:nvPr/>
        </p:nvSpPr>
        <p:spPr>
          <a:xfrm>
            <a:off x="649975" y="4517136"/>
            <a:ext cx="10893095" cy="1174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2.Apps We used in the project</a:t>
            </a:r>
          </a:p>
        </p:txBody>
      </p:sp>
    </p:spTree>
    <p:extLst>
      <p:ext uri="{BB962C8B-B14F-4D97-AF65-F5344CB8AC3E}">
        <p14:creationId xmlns:p14="http://schemas.microsoft.com/office/powerpoint/2010/main" val="155288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022BA580-34E1-A501-0805-B07A1F778A6A}"/>
              </a:ext>
            </a:extLst>
          </p:cNvPr>
          <p:cNvSpPr txBox="1"/>
          <p:nvPr/>
        </p:nvSpPr>
        <p:spPr>
          <a:xfrm>
            <a:off x="4192859" y="2475571"/>
            <a:ext cx="20072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3.Q&amp;A</a:t>
            </a:r>
          </a:p>
        </p:txBody>
      </p:sp>
    </p:spTree>
    <p:extLst>
      <p:ext uri="{BB962C8B-B14F-4D97-AF65-F5344CB8AC3E}">
        <p14:creationId xmlns:p14="http://schemas.microsoft.com/office/powerpoint/2010/main" val="1350888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1BCC87C3-F0DC-E618-9659-234E3590FBAF}"/>
              </a:ext>
            </a:extLst>
          </p:cNvPr>
          <p:cNvSpPr txBox="1"/>
          <p:nvPr/>
        </p:nvSpPr>
        <p:spPr>
          <a:xfrm>
            <a:off x="2930541" y="2154859"/>
            <a:ext cx="61097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Thank you for your attention ! </a:t>
            </a:r>
          </a:p>
        </p:txBody>
      </p:sp>
    </p:spTree>
    <p:extLst>
      <p:ext uri="{BB962C8B-B14F-4D97-AF65-F5344CB8AC3E}">
        <p14:creationId xmlns:p14="http://schemas.microsoft.com/office/powerpoint/2010/main" val="22671777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Йон – заседателна зала">
  <a:themeElements>
    <a:clrScheme name="Йон – заседателна зала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Йон – заседателна зала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Йон – заседателна зала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35</TotalTime>
  <Words>37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Йон – заседателна зала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Mihail Mavrodiev</dc:creator>
  <cp:lastModifiedBy>rajnovjordan@gmail.com</cp:lastModifiedBy>
  <cp:revision>1</cp:revision>
  <dcterms:created xsi:type="dcterms:W3CDTF">2025-12-02T16:55:12Z</dcterms:created>
  <dcterms:modified xsi:type="dcterms:W3CDTF">2025-12-02T20:18:23Z</dcterms:modified>
</cp:coreProperties>
</file>